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3" r:id="rId14"/>
    <p:sldId id="264" r:id="rId15"/>
    <p:sldId id="265" r:id="rId16"/>
    <p:sldId id="266" r:id="rId17"/>
    <p:sldId id="267" r:id="rId18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78" y="1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9" Type="http://schemas.openxmlformats.org/officeDocument/2006/relationships/notesMaster" Target="notesMasters/notesMaster1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87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Stheno 8B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Guide with </a:t>
            </a:r>
            <a:r>
              <a:rPr lang="en-US" sz="2800" dirty="0" err="1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Ollama-ipex</a:t>
            </a:r>
            <a:endParaRPr lang="en-US" sz="2800" dirty="0">
              <a:solidFill>
                <a:srgbClr val="A78BF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2286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Hugging Face download to running locally on Windows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2062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7C3AED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206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Architecture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7480" y="42062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7C3AED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4206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Parameters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42062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7C3AED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4206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Q8_0 Quantization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95160" y="42062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7C3AED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995160" y="4206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Need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804672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64008" cy="8046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058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0332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Ollama-ipex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Installed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32588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acts as the local server for running LLMs on </a:t>
            </a:r>
            <a:r>
              <a:rPr lang="en-US" sz="12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804672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20240"/>
            <a:ext cx="64008" cy="8046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9659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34440" y="199339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GGUF Model File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28600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Stheno Q8_0 GGUF (~8.5 GB) from Hugging Face bartowski repo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8229600" cy="804672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80360"/>
            <a:ext cx="64008" cy="8046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926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295351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Modelfile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324612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text file telling Ollama where to find your GGUF and how to load 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804672"/>
          </a:xfrm>
          <a:prstGeom prst="rect">
            <a:avLst/>
          </a:prstGeom>
          <a:solidFill>
            <a:srgbClr val="1A1D27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40480"/>
            <a:ext cx="64008" cy="8046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8862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34440" y="39136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Prompt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420624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two simple commands to import and launch the model locally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005840" cy="411480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0020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Stheno GGUF from Hugging Face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Repo URL: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51560"/>
            <a:ext cx="64008" cy="4572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0515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huggingface.co/bartowski/stheno-3.5-llama-3.1-8b-GGUF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URL above in your browser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0756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"Files and versions" tab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click the Q8_0 file: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8986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download icon (⬇) — file is ~8.5 GB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3101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it to a known location, e.g. your Downloads folder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926080"/>
            <a:ext cx="64008" cy="457200"/>
          </a:xfrm>
          <a:prstGeom prst="rect">
            <a:avLst/>
          </a:prstGeom>
          <a:solidFill>
            <a:srgbClr val="58D68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9260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stheno-3.5-llama-3.1-8b-Q8_0.gguf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8229600" cy="1234440"/>
          </a:xfrm>
          <a:prstGeom prst="rect">
            <a:avLst/>
          </a:prstGeom>
          <a:solidFill>
            <a:srgbClr val="1C1700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611880"/>
            <a:ext cx="64008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6758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Before Downloading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97764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you have at least 10 GB of free disk space. The Q8_0 file is ~8.5 GB. You can choose a smaller quantization (Q4_K_M ~4.5 GB) if disk space is limited — quality will be slightly lower.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005840" cy="411480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0020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Modelfile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Notepad (search it in Start menu)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16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exactly the line shown below: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55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"Modelfile" with no extension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9397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your Desktop for easy access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Modelfile content: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822960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971800"/>
            <a:ext cx="64008" cy="594360"/>
          </a:xfrm>
          <a:prstGeom prst="rect">
            <a:avLst/>
          </a:prstGeom>
          <a:solidFill>
            <a:srgbClr val="58D68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97180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25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C:\Users\Adithya\Downloads\stheno-3.5-llama-3.1-8b-Q8_0.gguf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8229600" cy="100584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794760"/>
            <a:ext cx="64008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8587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Saving Without Extension in Notepad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41605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Save dialog → change "Save as type" to "All Files (*.*)" → type the filename as exactly  Modelfile  (no .txt at the end)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005840" cy="411480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 &amp;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0020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into Ollama &amp; Run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Import the model (run once):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51560"/>
            <a:ext cx="64008" cy="548640"/>
          </a:xfrm>
          <a:prstGeom prst="rect">
            <a:avLst/>
          </a:prstGeom>
          <a:solidFill>
            <a:srgbClr val="58D68D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0515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create stheno -f C:\Users\Adithya\Desktop\Modelfile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Verify it was imported: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011680"/>
            <a:ext cx="64008" cy="502920"/>
          </a:xfrm>
          <a:prstGeom prst="rect">
            <a:avLst/>
          </a:prstGeom>
          <a:solidFill>
            <a:srgbClr val="58D68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0116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list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Run the model: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926080"/>
            <a:ext cx="64008" cy="502920"/>
          </a:xfrm>
          <a:prstGeom prst="rect">
            <a:avLst/>
          </a:prstGeom>
          <a:solidFill>
            <a:srgbClr val="58D68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9260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run stheno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8229600" cy="123444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611880"/>
            <a:ext cx="64008" cy="1234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6576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Commands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977640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/bye                                  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Exit the chat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4233672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stop stheno                    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Stop the model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4489704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http://localhost:11434/api/generate   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API endpoint for apps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206240" cy="105156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64008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18872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0241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Ollama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ollama.com/download → run installer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4206240" cy="105156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148840"/>
            <a:ext cx="64008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242316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2585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GGUF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606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huggingface.co/bartowski → Q8_0 file (~8.5 GB)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4206240" cy="105156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383280"/>
            <a:ext cx="64008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65760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493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Modelfile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840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Notepad → FROM &lt;path to .gguf&gt; → Save as Modelfile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914400"/>
            <a:ext cx="4206240" cy="105156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914400"/>
            <a:ext cx="64008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0" y="118872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32120" y="10241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3212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create stheno -f Modelfile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2148840"/>
            <a:ext cx="4206240" cy="105156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9" name="Shape 27"/>
          <p:cNvSpPr/>
          <p:nvPr/>
        </p:nvSpPr>
        <p:spPr>
          <a:xfrm>
            <a:off x="4892040" y="2148840"/>
            <a:ext cx="64008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0" y="242316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32120" y="22585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32120" y="2606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run stheno — then start chatting!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Your model is now running at  http://localhost:11434  — compatible with any OpenAI-style client!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80060"/>
            <a:ext cx="1371600" cy="34290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80060"/>
            <a:ext cx="1371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1577340"/>
            <a:ext cx="822960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Ollama on Intel GPU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2297887"/>
            <a:ext cx="78867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set up: IPEX-LLM portable ZIP method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2846527"/>
            <a:ext cx="2743200" cy="0"/>
          </a:xfrm>
          <a:prstGeom prst="line">
            <a:avLst/>
          </a:prstGeom>
          <a:noFill/>
          <a:ln w="19050">
            <a:solidFill>
              <a:srgbClr val="2A2A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3154680"/>
            <a:ext cx="2023567" cy="891540"/>
          </a:xfrm>
          <a:prstGeom prst="roundRect">
            <a:avLst>
              <a:gd name="adj" fmla="val 6154"/>
            </a:avLst>
          </a:prstGeom>
          <a:solidFill>
            <a:srgbClr val="191925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58007"/>
            <a:ext cx="1749247" cy="2404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9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PATH</a:t>
            </a:r>
            <a:endParaRPr lang="en-US" sz="790" dirty="0"/>
          </a:p>
        </p:txBody>
      </p:sp>
      <p:sp>
        <p:nvSpPr>
          <p:cNvPr id="9" name="Text 7"/>
          <p:cNvSpPr/>
          <p:nvPr/>
        </p:nvSpPr>
        <p:spPr>
          <a:xfrm>
            <a:off x="548640" y="3497580"/>
            <a:ext cx="1749247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C:\ollama-ipex</a:t>
            </a:r>
            <a:endParaRPr lang="en-US" sz="1010" dirty="0"/>
          </a:p>
        </p:txBody>
      </p:sp>
      <p:sp>
        <p:nvSpPr>
          <p:cNvPr id="10" name="Shape 8"/>
          <p:cNvSpPr/>
          <p:nvPr/>
        </p:nvSpPr>
        <p:spPr>
          <a:xfrm>
            <a:off x="2572207" y="3154680"/>
            <a:ext cx="2023567" cy="891540"/>
          </a:xfrm>
          <a:prstGeom prst="roundRect">
            <a:avLst>
              <a:gd name="adj" fmla="val 6154"/>
            </a:avLst>
          </a:prstGeom>
          <a:solidFill>
            <a:srgbClr val="191925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09367" y="3258007"/>
            <a:ext cx="1749247" cy="2404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9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790" dirty="0"/>
          </a:p>
        </p:txBody>
      </p:sp>
      <p:sp>
        <p:nvSpPr>
          <p:cNvPr id="12" name="Text 10"/>
          <p:cNvSpPr/>
          <p:nvPr/>
        </p:nvSpPr>
        <p:spPr>
          <a:xfrm>
            <a:off x="2709367" y="3497580"/>
            <a:ext cx="1749247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ZIP (no conda)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4732020" y="3154680"/>
            <a:ext cx="2023567" cy="891540"/>
          </a:xfrm>
          <a:prstGeom prst="roundRect">
            <a:avLst>
              <a:gd name="adj" fmla="val 6154"/>
            </a:avLst>
          </a:prstGeom>
          <a:solidFill>
            <a:srgbClr val="191925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9180" y="3258007"/>
            <a:ext cx="1749247" cy="2404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9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790" dirty="0"/>
          </a:p>
        </p:txBody>
      </p:sp>
      <p:sp>
        <p:nvSpPr>
          <p:cNvPr id="15" name="Text 13"/>
          <p:cNvSpPr/>
          <p:nvPr/>
        </p:nvSpPr>
        <p:spPr>
          <a:xfrm>
            <a:off x="4869180" y="3497580"/>
            <a:ext cx="1749247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SYCL / level_zero, bundled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6892747" y="3154680"/>
            <a:ext cx="2023567" cy="891540"/>
          </a:xfrm>
          <a:prstGeom prst="roundRect">
            <a:avLst>
              <a:gd name="adj" fmla="val 6154"/>
            </a:avLst>
          </a:prstGeom>
          <a:solidFill>
            <a:srgbClr val="191925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29907" y="3258007"/>
            <a:ext cx="1749247" cy="2404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9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TARGET</a:t>
            </a:r>
            <a:endParaRPr lang="en-US" sz="790" dirty="0"/>
          </a:p>
        </p:txBody>
      </p:sp>
      <p:sp>
        <p:nvSpPr>
          <p:cNvPr id="18" name="Text 16"/>
          <p:cNvSpPr/>
          <p:nvPr/>
        </p:nvSpPr>
        <p:spPr>
          <a:xfrm>
            <a:off x="7029907" y="3497580"/>
            <a:ext cx="1749247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Arc / Core Ultra iGPU</a:t>
            </a:r>
            <a:endParaRPr lang="en-US" sz="10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77647"/>
            <a:ext cx="1063447" cy="34290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77647"/>
            <a:ext cx="1063447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12087" y="342900"/>
            <a:ext cx="65151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&amp; Extract IPEX-LLM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63447"/>
            <a:ext cx="5417820" cy="3566160"/>
          </a:xfrm>
          <a:prstGeom prst="roundRect">
            <a:avLst>
              <a:gd name="adj" fmla="val 1154"/>
            </a:avLst>
          </a:prstGeom>
          <a:solidFill>
            <a:srgbClr val="0B0B1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18311"/>
            <a:ext cx="27432" cy="345643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7" name="Text 5"/>
          <p:cNvSpPr/>
          <p:nvPr/>
        </p:nvSpPr>
        <p:spPr>
          <a:xfrm>
            <a:off x="583387" y="1063447"/>
            <a:ext cx="51435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Create folder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New-Item -ItemType Directory -Force `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-Path "C:\ollama-ipex"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Download the portable ZIP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Invoke-WebRequest -Uri "https://github.com/ipex-llm/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ipex-llm/releases/download/v2.3.0-nightly/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ollama-ipex-llm-2.3.0b20250725-win.zip" `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-OutFile "C:\ollama-ipex\ollama-ipex.zip"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Extract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Expand-Archive -Path "C:\ollama-ipex\ollama-ipex.zip" `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-DestinationPath "C:\ollama-ipex" -Force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001207" y="1063447"/>
            <a:ext cx="2709367" cy="3566160"/>
          </a:xfrm>
          <a:prstGeom prst="roundRect">
            <a:avLst>
              <a:gd name="adj" fmla="val 2025"/>
            </a:avLst>
          </a:prstGeom>
          <a:solidFill>
            <a:srgbClr val="191925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1214323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</a:rPr>
              <a:t>💡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46520" y="1214323"/>
            <a:ext cx="20921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206947" y="1612087"/>
            <a:ext cx="2297887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3350" indent="-13335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94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conda or oneAPI toolkit install needed — the portable ZIP bundles the SYCL runtime itself.</a:t>
            </a:r>
            <a:endParaRPr lang="en-US" sz="940" dirty="0"/>
          </a:p>
          <a:p>
            <a:pPr marL="133350" indent="-13335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94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folder contains ollama.exe plus start-ollama.bat / ollama-serve.bat.</a:t>
            </a:r>
            <a:endParaRPr lang="en-US" sz="940" dirty="0"/>
          </a:p>
          <a:p>
            <a:pPr marL="133350" indent="-13335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94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builds change often — check the ipex-llm releases page for the latest ZIP name.</a:t>
            </a:r>
            <a:endParaRPr lang="en-US" sz="9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77647"/>
            <a:ext cx="1063447" cy="34290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77647"/>
            <a:ext cx="1063447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12087" y="342900"/>
            <a:ext cx="65151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the Environment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63447"/>
            <a:ext cx="5417820" cy="3566160"/>
          </a:xfrm>
          <a:prstGeom prst="roundRect">
            <a:avLst>
              <a:gd name="adj" fmla="val 1154"/>
            </a:avLst>
          </a:prstGeom>
          <a:solidFill>
            <a:srgbClr val="0B0B1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18311"/>
            <a:ext cx="27432" cy="345643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7" name="Text 5"/>
          <p:cNvSpPr/>
          <p:nvPr/>
        </p:nvSpPr>
        <p:spPr>
          <a:xfrm>
            <a:off x="583387" y="1063447"/>
            <a:ext cx="51435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the model loaded (no auto-unload)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$env:OLLAMA_KEEP_ALIVE = "-1"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Context window size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$env:IPEX_LLM_NUM_CTX = "8192"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Select the Intel GPU device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$env:ONEAPI_DEVICE_SELECTOR = "level_zero:0"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Limit concurrent requests (low VRAM)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$env:OLLAMA_NUM_PARALLEL = "1"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001207" y="1063447"/>
            <a:ext cx="2709367" cy="3566160"/>
          </a:xfrm>
          <a:prstGeom prst="roundRect">
            <a:avLst>
              <a:gd name="adj" fmla="val 2025"/>
            </a:avLst>
          </a:prstGeom>
          <a:solidFill>
            <a:srgbClr val="191925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1214323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</a:rPr>
              <a:t>💡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46520" y="1214323"/>
            <a:ext cx="20921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206947" y="1612087"/>
            <a:ext cx="2297887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3350" indent="-13335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94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per-terminal session variables — set them again in any new PowerShell window.</a:t>
            </a:r>
            <a:endParaRPr lang="en-US" sz="940" dirty="0"/>
          </a:p>
          <a:p>
            <a:pPr marL="133350" indent="-13335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94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level_zero:0 targets your primary Intel GPU; change the index if you have both an iGPU and dGPU.</a:t>
            </a:r>
            <a:endParaRPr lang="en-US" sz="940" dirty="0"/>
          </a:p>
          <a:p>
            <a:pPr marL="133350" indent="-13335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94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OLLAMA_NUM_PARALLEL if you hit out-of-memory errors on the GPU.</a:t>
            </a:r>
            <a:endParaRPr lang="en-US" sz="9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77647"/>
            <a:ext cx="1063447" cy="34290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77647"/>
            <a:ext cx="1063447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12087" y="342900"/>
            <a:ext cx="65151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the Server &amp; Run a Model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63447"/>
            <a:ext cx="5417820" cy="3566160"/>
          </a:xfrm>
          <a:prstGeom prst="roundRect">
            <a:avLst>
              <a:gd name="adj" fmla="val 1154"/>
            </a:avLst>
          </a:prstGeom>
          <a:solidFill>
            <a:srgbClr val="0B0B1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18311"/>
            <a:ext cx="27432" cy="345643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7" name="Text 5"/>
          <p:cNvSpPr/>
          <p:nvPr/>
        </p:nvSpPr>
        <p:spPr>
          <a:xfrm>
            <a:off x="583387" y="1063447"/>
            <a:ext cx="51435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C:\ollama-ipex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Stop any stale process first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Get-Process | Where-Object {$_.Name -like "*ollama*"} `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Stop-Process -Force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 the IPEX-LLM Ollama server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.\start-ollama.bat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a second terminal: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C:\ollama-ipex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.\ollama.exe list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.\ollama.exe run stheno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001207" y="1063447"/>
            <a:ext cx="2709367" cy="3566160"/>
          </a:xfrm>
          <a:prstGeom prst="roundRect">
            <a:avLst>
              <a:gd name="adj" fmla="val 2025"/>
            </a:avLst>
          </a:prstGeom>
          <a:solidFill>
            <a:srgbClr val="191925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1214323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</a:rPr>
              <a:t>💡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46520" y="1214323"/>
            <a:ext cx="20921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206947" y="1612087"/>
            <a:ext cx="2297887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3350" indent="-13335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94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start-ollama.bat and ollama-serve.bat both launch the server — either works.</a:t>
            </a:r>
            <a:endParaRPr lang="en-US" sz="940" dirty="0"/>
          </a:p>
          <a:p>
            <a:pPr marL="133350" indent="-13335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94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the .\ollama.exe binary inside C:\ollama-ipex, not a global "ollama" install.</a:t>
            </a:r>
            <a:endParaRPr lang="en-US" sz="940" dirty="0"/>
          </a:p>
          <a:p>
            <a:pPr marL="133350" indent="-13335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94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listens on the usual port 11434, same as standard Ollama.</a:t>
            </a:r>
            <a:endParaRPr lang="en-US" sz="9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77647"/>
            <a:ext cx="1063447" cy="34290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77647"/>
            <a:ext cx="1063447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12087" y="342900"/>
            <a:ext cx="65151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GPU Is Being Used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63447"/>
            <a:ext cx="5417820" cy="1749247"/>
          </a:xfrm>
          <a:prstGeom prst="roundRect">
            <a:avLst>
              <a:gd name="adj" fmla="val 2352"/>
            </a:avLst>
          </a:prstGeom>
          <a:solidFill>
            <a:srgbClr val="0B0B1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18311"/>
            <a:ext cx="27432" cy="1639519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7" name="Text 5"/>
          <p:cNvSpPr/>
          <p:nvPr/>
        </p:nvSpPr>
        <p:spPr>
          <a:xfrm>
            <a:off x="583387" y="1063447"/>
            <a:ext cx="5143500" cy="1749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Confirm the API is up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-UseBasicParsing http://localhost:11434/api/tags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Confirm a model is loaded</a:t>
            </a:r>
            <a:endParaRPr lang="en-US" sz="94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.\ollama.exe ps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411480" y="2983687"/>
            <a:ext cx="5417820" cy="1645920"/>
          </a:xfrm>
          <a:prstGeom prst="roundRect">
            <a:avLst>
              <a:gd name="adj" fmla="val 3333"/>
            </a:avLst>
          </a:prstGeom>
          <a:solidFill>
            <a:srgbClr val="191925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" y="3120847"/>
            <a:ext cx="5006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models seen in history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651967" y="34290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3350" indent="-13335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stheno  — custom, built from L3-8B-Stheno-v3.2</a:t>
            </a:r>
            <a:endParaRPr lang="en-US" sz="980" dirty="0"/>
          </a:p>
          <a:p>
            <a:pPr marL="133350" indent="-13335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 / qwen3:14b</a:t>
            </a:r>
            <a:endParaRPr lang="en-US" sz="980" dirty="0"/>
          </a:p>
          <a:p>
            <a:pPr marL="133350" indent="-13335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qwen2.5vl:7b</a:t>
            </a:r>
            <a:endParaRPr lang="en-US" sz="980" dirty="0"/>
          </a:p>
          <a:p>
            <a:pPr marL="133350" indent="-13335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qwen2.5-coder:14b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001207" y="1063447"/>
            <a:ext cx="2709367" cy="3566160"/>
          </a:xfrm>
          <a:prstGeom prst="roundRect">
            <a:avLst>
              <a:gd name="adj" fmla="val 2025"/>
            </a:avLst>
          </a:prstGeom>
          <a:solidFill>
            <a:srgbClr val="191925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214323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</a:rPr>
              <a:t>💡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46520" y="1214323"/>
            <a:ext cx="20921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6206947" y="1612087"/>
            <a:ext cx="2297887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3350" indent="-13335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94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load shows up as level_zero / Arc activity in Task Manager &gt; Performance during ollama run.</a:t>
            </a:r>
            <a:endParaRPr lang="en-US" sz="940" dirty="0"/>
          </a:p>
          <a:p>
            <a:pPr marL="133350" indent="-13335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94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ollama.exe ps shows nothing, the model isn't currently loaded — run it once first.</a:t>
            </a:r>
            <a:endParaRPr lang="en-US" sz="940" dirty="0"/>
          </a:p>
          <a:p>
            <a:pPr marL="133350" indent="-13335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94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.\ollama.exe list any time to see what's actually still pulled on this machine.</a:t>
            </a:r>
            <a:endParaRPr lang="en-US" sz="9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589</Words>
  <Application>Microsoft Office PowerPoint</Application>
  <PresentationFormat>On-screen Show (16:9)</PresentationFormat>
  <Paragraphs>91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Stheno 8B Setup Guide with Ollama</dc:title>
  <dc:subject>PptxGenJS Presentation</dc:subject>
  <dc:creator>PptxGenJS</dc:creator>
  <cp:lastModifiedBy>Adithya v</cp:lastModifiedBy>
  <cp:revision>2</cp:revision>
  <dcterms:created xsi:type="dcterms:W3CDTF">2026-05-08T19:08:58Z</dcterms:created>
  <dcterms:modified xsi:type="dcterms:W3CDTF">2026-07-11T05:27:16Z</dcterms:modified>
</cp:coreProperties>
</file>