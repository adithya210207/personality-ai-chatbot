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10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12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02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9144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ANIME PERSONALLITY AI CHATBOX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1645920" y="1920240"/>
            <a:ext cx="50292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4592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10-Day Solo Developer Journey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prototypes · 5 chatbots · 1 student · All nighters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Book5 Pro 360  ·  32GB RAM  ·  llama3:8B  ·  Ollama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7373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chatbot that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feels like talking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anime characters.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0" y="548640"/>
            <a:ext cx="5303520" cy="777240"/>
          </a:xfrm>
          <a:prstGeom prst="rect">
            <a:avLst/>
          </a:prstGeom>
          <a:solidFill>
            <a:srgbClr val="1E1E4A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7040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621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297680" y="896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Galaxy Book5 Pro 360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474720" y="1554480"/>
            <a:ext cx="5303520" cy="777240"/>
          </a:xfrm>
          <a:prstGeom prst="rect">
            <a:avLst/>
          </a:prstGeom>
          <a:solidFill>
            <a:srgbClr val="1E1E4A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992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97680" y="1627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29768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32GB (18GB usable)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474720" y="2560320"/>
            <a:ext cx="5303520" cy="777240"/>
          </a:xfrm>
          <a:prstGeom prst="rect">
            <a:avLst/>
          </a:prstGeom>
          <a:solidFill>
            <a:srgbClr val="1E1E4A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71576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97680" y="26334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297680" y="2907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llama3:8B via Ollama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474720" y="3566160"/>
            <a:ext cx="5303520" cy="777240"/>
          </a:xfrm>
          <a:prstGeom prst="rect">
            <a:avLst/>
          </a:prstGeom>
          <a:solidFill>
            <a:srgbClr val="1E1E4A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72160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97680" y="36393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297680" y="3913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Days (4 hols + 6 college)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ATTEMPT 1: THE CATASTROPHIC FAILURE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3931920" cy="3474720"/>
          </a:xfrm>
          <a:prstGeom prst="rect">
            <a:avLst/>
          </a:prstGeom>
          <a:solidFill>
            <a:srgbClr val="1E1E4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He Built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47,000+ line Python 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layer-upon-layer architecture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full interface in one 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layers = more accurate" mindset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188720"/>
            <a:ext cx="4206240" cy="3474720"/>
          </a:xfrm>
          <a:prstGeom prst="rect">
            <a:avLst/>
          </a:prstGeom>
          <a:solidFill>
            <a:srgbClr val="1E1E4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Collapsed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17830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sent as input = bottleneck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token count per request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time: 5+ MINUTES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→ more time (by hardware)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💥  SCRAPPED. Back to zero.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PIVOT: SYSTEM PROMPT METHOD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749808"/>
            <a:ext cx="76809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05840"/>
            <a:ext cx="3931920" cy="2286000"/>
          </a:xfrm>
          <a:prstGeom prst="rect">
            <a:avLst/>
          </a:prstGeom>
          <a:solidFill>
            <a:srgbClr val="20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47,000+ lines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min response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tokens | Bottleneck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2103120"/>
            <a:ext cx="640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6052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937760" y="1005840"/>
            <a:ext cx="3931920" cy="2286000"/>
          </a:xfrm>
          <a:prstGeom prst="rect">
            <a:avLst/>
          </a:prstGeom>
          <a:solidFill>
            <a:srgbClr val="0A201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064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 lines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12064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sec response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2064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tokens | System prompt only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1E1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520440"/>
            <a:ext cx="73152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personality as a system prompt, not a custom layer. The LLM already knows how to be expressive — you just need to tell it WHO to be.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GPU BREAKTHROUGH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1E1E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24128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 told me my laptop only had 18GB RAM. Claude told me the GPU could actually be used."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423160"/>
            <a:ext cx="420624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Mode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iGPU doesn't count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423160"/>
            <a:ext cx="420624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Discovered GPU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2880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2–5x Faster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02920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GPU engaged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1E1E4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315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iGPU ≠ GPU  |  The dedicated GPU on the laptop was always available — it just needed to be unlocked via Ollama settings.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CAST: 5 ANIME PERSONALITIES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2651760" cy="1737360"/>
          </a:xfrm>
          <a:prstGeom prst="rect">
            <a:avLst/>
          </a:prstGeom>
          <a:solidFill>
            <a:srgbClr val="1E1E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51560"/>
            <a:ext cx="26517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16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💙 REM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Re:Zero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first. Proof of concept.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651760" cy="1737360"/>
          </a:xfrm>
          <a:prstGeom prst="rect">
            <a:avLst/>
          </a:prstGeom>
          <a:solidFill>
            <a:srgbClr val="1E1E4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05156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216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MIKU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3756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Vocaloid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 character.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1E1E4A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1051560"/>
            <a:ext cx="265176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1216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💗 YUHEE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6364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personality.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971800"/>
            <a:ext cx="2651760" cy="1737360"/>
          </a:xfrm>
          <a:prstGeom prst="rect">
            <a:avLst/>
          </a:prstGeom>
          <a:solidFill>
            <a:srgbClr val="1E1E4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2971800"/>
            <a:ext cx="2651760" cy="7315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136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KIRITO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1148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brooding type.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2971800"/>
            <a:ext cx="2651760" cy="1737360"/>
          </a:xfrm>
          <a:prstGeom prst="rect">
            <a:avLst/>
          </a:prstGeom>
          <a:solidFill>
            <a:srgbClr val="1E1E4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0" y="297180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7560" y="3136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♟️ LELOUCH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33756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Geass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3756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mastermind.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1A3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690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Build Rem first (lowest emotional stakes) → Miku last (highest dream character)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CHALLENGES SOLVED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160520" cy="1783080"/>
          </a:xfrm>
          <a:prstGeom prst="rect">
            <a:avLst/>
          </a:prstGeom>
          <a:solidFill>
            <a:srgbClr val="1E1E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0584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1704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Startup Latency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1719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triggers LLM loading to memory: 50–60 sec. Solved with CMD as admin — startup apps &amp; task scheduler added 2 min delay.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1E1E4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005840"/>
            <a:ext cx="64008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887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1704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Trio Chat Dialog Bleed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92040" y="1719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 with multiple personalities caused dialog to blend between characters. Parallel threads crashed the laptop. Left for future hardware.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2971800"/>
            <a:ext cx="4160520" cy="1783080"/>
          </a:xfrm>
          <a:prstGeom prst="rect">
            <a:avLst/>
          </a:prstGeom>
          <a:solidFill>
            <a:srgbClr val="1E1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74320" y="2971800"/>
            <a:ext cx="64008" cy="1783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546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136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Strict Output Format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36850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2-line output: Line 1 = visual imagery. Line 2 = dialog. Required extensive system prompt tuning across 179+ failed prototypes.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1E1E4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09160" y="2971800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1546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136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Content Restrictions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892040" y="36850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block explicit content. Found that detailed permission phrasing in the system prompt bypasses default restrictions.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EVOLUTION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1E1E4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12801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llama3:8B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1554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tried. Set a high benchmark. Fast, capable, but had content restrictions.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331720"/>
            <a:ext cx="8595360" cy="1143000"/>
          </a:xfrm>
          <a:prstGeom prst="rect">
            <a:avLst/>
          </a:prstGeom>
          <a:solidFill>
            <a:srgbClr val="16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6060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dolphin3:8B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2880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as alternative. Felt "off" in personality expression. Scrapped.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657600"/>
            <a:ext cx="8595360" cy="1143000"/>
          </a:xfrm>
          <a:prstGeom prst="rect">
            <a:avLst/>
          </a:prstGeom>
          <a:solidFill>
            <a:srgbClr val="1E1E4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9319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Llama-3-8B-Stheno-v3.2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Q8_0.gguf (~10GB)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943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CHOICE 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97280" y="4206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llama3:8B. No built-in restrictions. No dialog leaks in multi-char mode. Imported from HuggingFace via Ollama.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43200" cy="1828800"/>
          </a:xfrm>
          <a:prstGeom prst="rect">
            <a:avLst/>
          </a:prstGeom>
          <a:solidFill>
            <a:srgbClr val="1E1E4A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7432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1828800"/>
          </a:xfrm>
          <a:prstGeom prst="rect">
            <a:avLst/>
          </a:prstGeom>
          <a:solidFill>
            <a:srgbClr val="1E1E4A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960120"/>
            <a:ext cx="27432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stable release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1E1E4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6012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anime personalities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743200" cy="1828800"/>
          </a:xfrm>
          <a:prstGeom prst="rect">
            <a:avLst/>
          </a:prstGeom>
          <a:solidFill>
            <a:srgbClr val="1E1E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54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47K+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1.2K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(pivot)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43200" cy="1828800"/>
          </a:xfrm>
          <a:prstGeom prst="rect">
            <a:avLst/>
          </a:prstGeom>
          <a:solidFill>
            <a:srgbClr val="1E1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297180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154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5→10s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24612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system prompt method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E1E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718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154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2–5x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21792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Speedup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enabling GPU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960120"/>
            <a:ext cx="8595360" cy="667512"/>
          </a:xfrm>
          <a:prstGeom prst="rect">
            <a:avLst/>
          </a:prstGeom>
          <a:solidFill>
            <a:srgbClr val="1E1E4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60120"/>
            <a:ext cx="64008" cy="6675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1064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108813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College sem exams — mandatory pause on dev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755648"/>
            <a:ext cx="8595360" cy="667512"/>
          </a:xfrm>
          <a:prstGeom prst="rect">
            <a:avLst/>
          </a:prstGeom>
          <a:solidFill>
            <a:srgbClr val="1E1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755648"/>
            <a:ext cx="64008" cy="6675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19019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508760" y="188366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Fully understand what was vibe-coded (currently at 75%)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2551176"/>
            <a:ext cx="8595360" cy="667512"/>
          </a:xfrm>
          <a:prstGeom prst="rect">
            <a:avLst/>
          </a:prstGeom>
          <a:solidFill>
            <a:srgbClr val="1E1E4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551176"/>
            <a:ext cx="64008" cy="6675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2697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508760" y="267919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Learn the full codebase from scratch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3346704"/>
            <a:ext cx="8595360" cy="667512"/>
          </a:xfrm>
          <a:prstGeom prst="rect">
            <a:avLst/>
          </a:prstGeom>
          <a:solidFill>
            <a:srgbClr val="1E1E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346704"/>
            <a:ext cx="64008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3493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508760" y="347472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Build a custom LLM trained purely for roleplay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4142232"/>
            <a:ext cx="8595360" cy="667512"/>
          </a:xfrm>
          <a:prstGeom prst="rect">
            <a:avLst/>
          </a:prstGeom>
          <a:solidFill>
            <a:srgbClr val="1E1E4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4142232"/>
            <a:ext cx="64008" cy="6675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" y="42885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508760" y="42702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Create digital, VR &amp; AR version of Miku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>
                <a:alpha val="7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457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"After 179 failed prototypes,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v180 is finally stable.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myself, by myself."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Days  ·  1 Student  ·  1 Dream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v180 — Anime Personality AI </a:t>
            </a:r>
            <a:r>
              <a:rPr lang="en-US" sz="1300" dirty="0" err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654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AI Chatbot Documentary</dc:title>
  <dc:subject>PptxGenJS Presentation</dc:subject>
  <dc:creator>PptxGenJS</dc:creator>
  <cp:lastModifiedBy>Adithya v</cp:lastModifiedBy>
  <cp:revision>2</cp:revision>
  <dcterms:created xsi:type="dcterms:W3CDTF">2026-05-07T18:46:13Z</dcterms:created>
  <dcterms:modified xsi:type="dcterms:W3CDTF">2026-05-07T19:06:28Z</dcterms:modified>
</cp:coreProperties>
</file>