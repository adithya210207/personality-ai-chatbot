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31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0746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13133A"/>
          </a:solidFill>
          <a:ln w="12700">
            <a:solidFill>
              <a:srgbClr val="1313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111130"/>
          </a:solidFill>
          <a:ln w="12700">
            <a:solidFill>
              <a:srgbClr val="1111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-914400"/>
            <a:ext cx="1828800" cy="1828800"/>
          </a:xfrm>
          <a:prstGeom prst="ellipse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8412480" cy="2011680"/>
          </a:xfrm>
          <a:prstGeom prst="rect">
            <a:avLst/>
          </a:prstGeom>
          <a:solidFill>
            <a:srgbClr val="1E1E42"/>
          </a:solidFill>
          <a:ln w="127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17043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600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 AI CHATBOX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GODMODE DEEP DIVE — Every System Explained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" y="324612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8,531 Lines of Python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87168" y="324612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AI Characters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54296" y="324612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Local LLM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21424" y="3246120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1424" y="32461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2160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721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+ Mentor Trackers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87168" y="372160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3721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54296" y="372160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54296" y="3721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21424" y="3721608"/>
            <a:ext cx="2057400" cy="365760"/>
          </a:xfrm>
          <a:prstGeom prst="roundRect">
            <a:avLst>
              <a:gd name="adj" fmla="val 17500"/>
            </a:avLst>
          </a:prstGeom>
          <a:solidFill>
            <a:srgbClr val="252555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21424" y="372160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Multi-Bot Chat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65760" y="464515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Adi  •  One Python file  •  No API keys  •  Fully local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 &amp;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monolithic .py file — 8,531 lines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14800" cy="42062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14800" cy="365760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File 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7043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1–95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71600" y="117043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Module-level docstring + import block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4048" y="15727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96–245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371600" y="157276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base64 strings (6 characters)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97510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246–1390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71600" y="19751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 — Miku (1,144 lines)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37744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1391–2667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 — Rem (1,276 lines)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84048" y="277977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2668–3977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779776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 — Yuhee (1,309 lines)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1821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3978–5320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371600" y="318211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4 — Kirito (1,342 lines)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84048" y="358444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5321–6687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71600" y="358444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5 — Lelouch (1,366 lines)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84048" y="398678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6688–8279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371600" y="398678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6 — Trio Chat (1,591 lines)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" y="438912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8280–8531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438912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AnimeLauncher + helpers (251 lines)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713232"/>
            <a:ext cx="4206240" cy="420624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 Module Contains: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73168" y="11430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constants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46520" y="114300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OLLAMA_URL, DEFAULT_TOKENS, DEFAULT_TEMP, DEFAULT_HISTORY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14173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palette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46520" y="141732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hex color constants for the character's UI theme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73168" y="16916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46520" y="169164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personality — 300–480 tokens of instructions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73168" y="19659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helpers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446520" y="196596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_find_ollama_exe(), _ping(), ensure_ollama_running()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3168" y="22402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446520" y="224028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list_models() → pick_model() via /api/tags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73168" y="25146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dataclass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446520" y="251460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str, content: str, to_dict()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73168" y="27889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dataclass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46520" y="278892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history Deque, tokens, temp, stream, mood_hint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773168" y="30632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layer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446520" y="306324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_stream() for streaming, _post() for batch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73168" y="33375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function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446520" y="333756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char_chat(session, input, callback) — the main API call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773168" y="36118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I/O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446520" y="361188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load_X_history(), save_X_history() — JSON persistence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388620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class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46520" y="388620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BondTracker (romance chars) or MentorTracker (mentor chars)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73168" y="416052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parser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446520" y="416052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_normalize_reply(), _split_X_response() — format enforcement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73168" y="443484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XApp(tk.Frame)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446520" y="443484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GUI class — header, chat canvas, sidebar, input bar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73168" y="470916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launch(frame)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46520" y="4709160"/>
            <a:ext cx="2331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called by AnimeLauncher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THE LOCAL AI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Python code talks to the LLM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114300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Ollama?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is a local server that runs open-source LLMs (like Llama 3, Mistral, Qwen) on your own machine. No internet. No API keys. It exposes a simple HTTP API at localhost:11434 that this chatbox calls directly using Python's built-in urllib — no external libraries needed.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411480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65960"/>
            <a:ext cx="411480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65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Auto-Start Logic (ensure_ollama_running)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377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_ping(OLLAMA_URL) — try GET /api/tags with 3s timeout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fails: call _find_ollama_exe() to locate binary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PATH via shutil.which(), then walk Windows dirs up to 3 levels deep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subprocess.Popen([exe,'serve'], stdout=DEVNULL) — background process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_ping() every 1 second for up to 15 seconds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965960"/>
            <a:ext cx="420624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965960"/>
            <a:ext cx="4206240" cy="365760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965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Used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3774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/api/tags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3774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installed models → list_models()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73168" y="2907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/api/chat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0840" y="290779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messages + get reply → _stream() or _post()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657600"/>
            <a:ext cx="8595360" cy="132588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6576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 /api/chat payload structure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3995928"/>
            <a:ext cx="841248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 =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"model":    session.model,                    # e.g. "llama3:8b"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"messages": session.messages(),               # [system, ...history]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"options":  {"temperature": 0.8, "num_predict": 512},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"stream":   True,                             # token-by-token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 →  POST http://localhost:11434/api/chat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 ENGINE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_stream() function — how words appear one by one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109728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Streaming?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streaming, the AI generates the ENTIRE reply, then sends it all at once (you wait 5–15 seconds, then text appears instantly). WITH streaming, each word/token is sent as it's generated — the GUI updates in real-time, letter by letter. This is done via HTTP chunked transfer: the server keeps the connection open and sends newline-delimited JSON objects.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20240"/>
            <a:ext cx="2788920" cy="12344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01168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0299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HTTP Connection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3957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urllib.request.urlopen() opens persistent connection to /api/chat. Does NOT close until stream is done.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72968" y="1920240"/>
            <a:ext cx="2788920" cy="12344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201168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64408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75888" y="20299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raw bytes line by line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82696" y="23957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raw in r: — iterates each newline. Each line is one JSON object from Ollama.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71616" y="1920240"/>
            <a:ext cx="2788920" cy="12344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63056" y="201168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74536" y="202996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JSON token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81344" y="239572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 = json.loads(line) → token = obj["message"]["content"] — extracts the word fragment.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46120"/>
            <a:ext cx="2788920" cy="12344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3756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77240" y="335584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callback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7216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callback(token) is called for each token. The GUI callback appends it to the streaming bubble label.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3246120"/>
            <a:ext cx="2788920" cy="12344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64408" y="333756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64408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675888" y="335584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done flag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82696" y="37216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obj.get("done"): break — Ollama sends done:true on the last chunk. Loop exits.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71616" y="3246120"/>
            <a:ext cx="2788920" cy="12344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63056" y="3337560"/>
            <a:ext cx="347472" cy="347472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3337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74536" y="3355848"/>
            <a:ext cx="221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full text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181344" y="3721608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"".join(chunks) — all tokens joined = complete reply. Saved to session history.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74320" y="4572000"/>
            <a:ext cx="8595360" cy="274320"/>
          </a:xfrm>
          <a:prstGeom prst="rect">
            <a:avLst/>
          </a:prstGeom>
          <a:solidFill>
            <a:srgbClr val="1A2035"/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572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_stream() — the core loop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84048" y="4910328"/>
            <a:ext cx="841248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_stream(payload, callback, timeout=120):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urllib.request.urlopen(req, timeout=timeout) as r: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raw in r:  obj=json.loads(raw)  →  token=obj['message']['content']  →  callback(token)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— COMPLETE BREAKDOWN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hidden instructions that make each character who they are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777240"/>
          </a:xfrm>
          <a:prstGeom prst="rect">
            <a:avLst/>
          </a:prstGeom>
          <a:solidFill>
            <a:srgbClr val="17173A"/>
          </a:solidFill>
          <a:ln w="254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is injected as the FIRST message in every API call with role:"system". The model reads it before anything else. It cannot be seen by the user — it just becomes the character. Every reply the AI generates is filtered through these instructions.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425196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60A5FA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81912"/>
            <a:ext cx="4251960" cy="365760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BLOCK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993392"/>
            <a:ext cx="4041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full name + anime source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description (woven naturally into responses)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backstory &amp; relationships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rules: always call user 'Adi-kun', never break character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name for user never changes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581912"/>
            <a:ext cx="425196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818CF8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581912"/>
            <a:ext cx="4251960" cy="36576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 RULES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18888" y="1993392"/>
            <a:ext cx="4041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register: formal/casual/teasing/cold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emotions to show and HOW to show them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topics make them react strongly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compliments vs criticism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handle jealousy, embarrassment, conflict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425196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73552"/>
            <a:ext cx="425196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735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HARD RULES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" y="3685032"/>
            <a:ext cx="4041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admit to being an AI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third person to refer to yourself (or: ALWAYS use third person for Rem)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things NEVER to say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of affection expression (hint vs confess)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Context: remember past conversations naturally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3273552"/>
            <a:ext cx="425196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273552"/>
            <a:ext cx="425196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32735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CONTRACT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3685032"/>
            <a:ext cx="404164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response structure (2 lines always)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*italic physical action in asterisks*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2: spoken dialogue — first person, no quotes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length cap (2-3 sentences max)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exchanges shown to model the exact style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ECONOMICS — COMPLETE BREAKDOWN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gets sent to the model on every call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65836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'token' is roughly ¾ of a word. Every character, space, and punctuation mark costs tokens. The model has a context window — a maximum it can 'see' at once. Everything here gets sent EVERY SINGLE API CALL: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115568"/>
            <a:ext cx="2651760" cy="265176"/>
          </a:xfrm>
          <a:prstGeom prst="rect">
            <a:avLst/>
          </a:prstGeom>
          <a:solidFill>
            <a:srgbClr val="F59E0B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12471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115568"/>
            <a:ext cx="914400" cy="265176"/>
          </a:xfrm>
          <a:prstGeom prst="rect">
            <a:avLst/>
          </a:prstGeom>
          <a:solidFill>
            <a:srgbClr val="F59E0B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112471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0" y="1115568"/>
            <a:ext cx="5212080" cy="265176"/>
          </a:xfrm>
          <a:prstGeom prst="rect">
            <a:avLst/>
          </a:prstGeom>
          <a:solidFill>
            <a:srgbClr val="F59E0B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112471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394460"/>
            <a:ext cx="265176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" y="14036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Miku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926080" y="1394460"/>
            <a:ext cx="91440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90088" y="140360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~480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40480" y="1394460"/>
            <a:ext cx="521208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04488" y="140360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Longest. Full character sheet + 5 example responses + hard rules block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1673352"/>
            <a:ext cx="265176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" y="168249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Rem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926080" y="1673352"/>
            <a:ext cx="91440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0088" y="168249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~420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40480" y="1673352"/>
            <a:ext cx="521208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4488" y="168249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Third-person speech rules + oni backstory + devotion mechanics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1952244"/>
            <a:ext cx="265176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196138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Yuhee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0" y="1952244"/>
            <a:ext cx="91440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0088" y="196138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~350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840480" y="1952244"/>
            <a:ext cx="521208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04488" y="196138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flirtatious archetype + dominant personality rules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" y="2231136"/>
            <a:ext cx="265176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22402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Kirito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26080" y="2231136"/>
            <a:ext cx="91440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90088" y="224028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~370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840480" y="2231136"/>
            <a:ext cx="521208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04488" y="224028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archetype + SAO lore references + discipline framework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510028"/>
            <a:ext cx="265176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" y="251917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— Lelouch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926080" y="2510028"/>
            <a:ext cx="91440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90088" y="251917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~310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840480" y="2510028"/>
            <a:ext cx="521208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04488" y="251917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Shortest. Surgical analytical style — no filler, no examples needed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2788920"/>
            <a:ext cx="265176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" y="279806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Hint Injection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926080" y="2788920"/>
            <a:ext cx="91440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90088" y="279806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+30–50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840480" y="2788920"/>
            <a:ext cx="521208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04488" y="279806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appended: '## Right now\nMiku is feeling [mood]...' — per turn if set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74320" y="3067812"/>
            <a:ext cx="265176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38328" y="30769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(8 turns = 16 msgs)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926080" y="3067812"/>
            <a:ext cx="91440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0088" y="307695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~400–900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840480" y="3067812"/>
            <a:ext cx="521208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04488" y="307695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DEFAULT_HISTORY=8 pairs. Deque auto-trims. Each message ~25–55 tokens avg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346704"/>
            <a:ext cx="265176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8328" y="335584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message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926080" y="3346704"/>
            <a:ext cx="91440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90088" y="3355848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~15–80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3840480" y="3346704"/>
            <a:ext cx="521208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04488" y="3355848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casual message ~15t, long detailed question ~80t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274320" y="3625596"/>
            <a:ext cx="265176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38328" y="36347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response (output)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926080" y="3625596"/>
            <a:ext cx="91440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990088" y="3634740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≤512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840480" y="3625596"/>
            <a:ext cx="5212080" cy="265176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904488" y="3634740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DEFAULT_TOKENS=512. Hard cap via num_predict. 2-line format usually ~60–120t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274320" y="3904488"/>
            <a:ext cx="265176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38328" y="391363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Chat (per bot)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2926080" y="3904488"/>
            <a:ext cx="91440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990088" y="3913632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~800–1,400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840480" y="3904488"/>
            <a:ext cx="5212080" cy="265176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04488" y="3913632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bot gets: its own system prompt + shared transcript log + user message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274320" y="4183380"/>
            <a:ext cx="2651760" cy="265176"/>
          </a:xfrm>
          <a:prstGeom prst="rect">
            <a:avLst/>
          </a:prstGeom>
          <a:solidFill>
            <a:srgbClr val="222248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38328" y="419252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INPUT (single char)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926080" y="4183380"/>
            <a:ext cx="914400" cy="265176"/>
          </a:xfrm>
          <a:prstGeom prst="rect">
            <a:avLst/>
          </a:prstGeom>
          <a:solidFill>
            <a:srgbClr val="222248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2990088" y="4192524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~900–1,500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840480" y="4183380"/>
            <a:ext cx="5212080" cy="265176"/>
          </a:xfrm>
          <a:prstGeom prst="rect">
            <a:avLst/>
          </a:prstGeom>
          <a:solidFill>
            <a:srgbClr val="222248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904488" y="4192524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history + user. Output adds ≤512 on top.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74320" y="4462272"/>
            <a:ext cx="2651760" cy="265176"/>
          </a:xfrm>
          <a:prstGeom prst="rect">
            <a:avLst/>
          </a:prstGeom>
          <a:solidFill>
            <a:srgbClr val="222248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38328" y="447141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TRIO (both bots)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2926080" y="4462272"/>
            <a:ext cx="914400" cy="265176"/>
          </a:xfrm>
          <a:prstGeom prst="rect">
            <a:avLst/>
          </a:prstGeom>
          <a:solidFill>
            <a:srgbClr val="222248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990088" y="4471416"/>
            <a:ext cx="822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~2,000–3,400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3840480" y="4462272"/>
            <a:ext cx="5212080" cy="265176"/>
          </a:xfrm>
          <a:prstGeom prst="rect">
            <a:avLst/>
          </a:prstGeom>
          <a:solidFill>
            <a:srgbClr val="222248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904488" y="4471416"/>
            <a:ext cx="5120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sequential API calls. Each has own context. Plus output × 2.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DATACLASS — THE AI'S WORKING MEMORY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context is built and managed for every API call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4251960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Fields (all 6 characters share this pattern)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143000"/>
            <a:ext cx="3977640" cy="475488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61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13807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119786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model string e.g. 'llama3:8b' — set by Settings dialog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3977640" cy="475488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824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max_history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190195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= 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171907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back-and-forth turns kept in Deque. 8 turns = 16 messages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85416"/>
            <a:ext cx="3977640" cy="475488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203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57200" y="2423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= 512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22402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num_predict cap — max tokens the AI can generate per reply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2706624"/>
            <a:ext cx="3977640" cy="475488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2491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294436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= 0.8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276148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 = robotic/deterministic. 1.0+ = wild/creative. 0.8 = balanced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227832"/>
            <a:ext cx="3977640" cy="475488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461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46557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 = True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874520" y="328269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_stream() with callback. False → _post() returns full reply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749040"/>
            <a:ext cx="3977640" cy="475488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7673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39867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Deque[Message]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74520" y="380390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window. Auto-trims: while len &gt; max_history×2: popleft()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4270248"/>
            <a:ext cx="3977640" cy="475488"/>
          </a:xfrm>
          <a:prstGeom prst="rect">
            <a:avLst/>
          </a:prstGeom>
          <a:solidFill>
            <a:srgbClr val="1E1E42"/>
          </a:solidFill>
          <a:ln w="12700">
            <a:solidFill>
              <a:srgbClr val="2A2A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28853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mood_hint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450799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 = ''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874520" y="432511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mood set by user. Injected into system prompt if non-empty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663440" y="713232"/>
            <a:ext cx="4206240" cy="228600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session.messages() — What Gets Sent to the API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73168" y="111556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most important method. It assembles the FULL messages[] array sent with every API call: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1463040"/>
            <a:ext cx="4114800" cy="146304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18888" y="150876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messages(self) -&gt; List[dict]: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MIKU_SYSTEM_PROMPT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self.mood_hint: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sys += "\n## Right now\n"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sys += f"Miku is feeling {self.mood_hint}..."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 = [{"role":"system","content":sys}]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out.extend(m.to_dict() for m in self.history)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out  # → sent to /api/chat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090672"/>
            <a:ext cx="4206240" cy="187452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090672"/>
            <a:ext cx="420624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3090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Rolling Window — How History Is Trimmed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773168" y="3493008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history is a collections.deque. When a new message is added: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3794760"/>
            <a:ext cx="4114800" cy="109728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818888" y="38404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add(self, role, content):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self.history.append(Message(role, content))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len(self.history) &gt; self.max_history * 2: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self.history.popleft()  # oldest msg removed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max_history=8 → max 16 messages kept at any time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AI remembers conversations across restarts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77724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Persistent Memory Matters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LLMs have zero memory between sessions. When Python restarts, history is gone. This code solves that with a JSON file per character. On launch, the last 20 turns are loaded back into the session Deque — so Miku 'remembers' what you talked about yesterday.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81912"/>
            <a:ext cx="4114800" cy="192024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81912"/>
            <a:ext cx="411480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819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History Files (one per character)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99339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~/.miku_chat_history.json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24942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~/.rem_chat_history.json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505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~/.yuhee_chat_history.json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7614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~/.kirito_chat_history.json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0175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~/.lelouch_chat_history.json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327355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~/.trio_chat_history.json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63440" y="1581912"/>
            <a:ext cx="4206240" cy="192024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581912"/>
            <a:ext cx="4206240" cy="365760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5819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save Functions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1993392"/>
            <a:ext cx="4114800" cy="141732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203911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load_miku_history() -&gt; List[dict]: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 return json.load(open(HISTORY_FILE))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except: return []  # graceful fallback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save_miku_history(records):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json.dump(records, open(HISTORY_FILE,'w'))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Called after EVERY exchange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611880"/>
            <a:ext cx="8595360" cy="1353312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11880"/>
            <a:ext cx="859536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118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_restore_session_memory() — On App Launch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0040" y="4023360"/>
            <a:ext cx="8503920" cy="86868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29768" y="406908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_restore_session_memory(self, max_turns=20):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recent = self.history_log[-(max_turns * 2):]        # last 40 entries (20 user + 20 AI)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entry in recent: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self.session.add(entry['role'], entry['text']) # repopulate the Deque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model 'sees' your last 20 conversations as if the chat never stopped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PARSER &amp; FORMAT ENFORCEMENT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_normalize_reply() + _split_X_response() — making the AI obey the format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731520"/>
          </a:xfrm>
          <a:prstGeom prst="rect">
            <a:avLst/>
          </a:prstGeom>
          <a:solidFill>
            <a:srgbClr val="17173A"/>
          </a:solidFill>
          <a:ln w="254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LLMs Don't Always Follow Format Instructions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'2 lines ALWAYS' in the system prompt, models sometimes output extra lines, break format, add labels like 'Miku:', or ramble. These parser functions aggressively clean and enforce the exact 2-line format: *action line* then speech line.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4160520" cy="3246120"/>
          </a:xfrm>
          <a:prstGeom prst="rect">
            <a:avLst/>
          </a:prstGeom>
          <a:solidFill>
            <a:srgbClr val="17173A"/>
          </a:solidFill>
          <a:ln w="254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54480"/>
            <a:ext cx="4160520" cy="3657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54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_normalize_reply(text) — What It Cleans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196596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leading/trailing whitespace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speaker labels: 'Miku:' / 'Rem:' / 'Yuhee:' etc.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Collapses 3+ blank lines into maximum 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Strips markdown bold (**text**) and italic (*text* only if not action)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*action in asterisks* which is intentional format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Truncates to 400 chars if model goes wildly over length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32918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needed: Without this, the model sometimes outputs 'Miku: *action* dialogue' or adds 3+ lines. This function strips the noise and returns clean output.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554480"/>
            <a:ext cx="4206240" cy="3246120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554480"/>
            <a:ext cx="4206240" cy="365760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554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_split_X_response(text) — Splits Into Parts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73168" y="196596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GUI needs to display the action and speech separately (different fonts, colors). This function splits the 2-line output: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2377440"/>
            <a:ext cx="4114800" cy="150876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2423160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"*I glance away, fingers fidgeting.*"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"...You should not say things like that, Adi-kun."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(action_text, speech_text)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action = "I glance away, fingers fidgeting."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speech = "...You should not say that, Adi-kun."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73168" y="3931920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 line is rendered in italic grey. The speech is rendered in the character's accent color. The split happens on newline + asterisk detection.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parser is THE reason the GUI looks clean — raw LLM output is messy, this enforces the contract.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TRACKER — GAMIFIED RELATIONSHIP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trust and affection are scored after every 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658368"/>
          </a:xfrm>
          <a:prstGeom prst="rect">
            <a:avLst/>
          </a:prstGeom>
          <a:solidFill>
            <a:srgbClr val="17173A"/>
          </a:solidFill>
          <a:ln w="254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BondTracker?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exchange, BondTracker.update(user_msg, ai_msg) runs keyword analysis on what the user said. It adjusts trust and affection scores (0–100), then recalculates a relationship role label. These values render as progress bars in the sidebar.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2743200" cy="2011680"/>
          </a:xfrm>
          <a:prstGeom prst="rect">
            <a:avLst/>
          </a:prstGeom>
          <a:solidFill>
            <a:srgbClr val="17173A"/>
          </a:solidFill>
          <a:ln w="254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2743200" cy="365760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813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8928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1488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(0–100)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417320" y="19476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100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affection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" y="26791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(0–100)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24780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at 100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953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" y="3209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00837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label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46120" y="1481328"/>
            <a:ext cx="5623560" cy="201168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46120" y="1481328"/>
            <a:ext cx="562356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37560" y="1481328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Triggers in update()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64992" y="1892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Affection ↑ +4  Trust ↑ +1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64992" y="2148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 •  love  •  like you  •  cute  •  beautiful  •  miss you  •  care  •  mean a lot  •  important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64992" y="245973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↑ +3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64992" y="271576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 •  warlord  •  sengoku  •  takeda  •  nobunaga  •  sanada  •  talk  •  tell me  •  how are you  •  feeling  •  listen  •  remember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64992" y="30266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Affection ↑ +1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64992" y="328269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please  •  sorry  •  okay  •  sure  •  yes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611880"/>
            <a:ext cx="4114800" cy="1536192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611880"/>
            <a:ext cx="411480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Labels (_update_role)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84048" y="40233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In this code ALL thresholds (≥85, ≥65, ≥45, ≥30, else) currently return 'Beloved' — Miku always sees Adi as her beloved regardless of score. The threshold structure exists for future customization.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84048" y="45262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≥85 → Beloved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84048" y="47548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≥65 → Beloved (all)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84048" y="49834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≥45 → Beloved (all)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84048" y="52120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≥30 → Beloved (all)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84048" y="5440680"/>
            <a:ext cx="3931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→ Beloved (all)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3611880"/>
            <a:ext cx="4206240" cy="1536192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611880"/>
            <a:ext cx="420624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 System — Dynamic Prompt Injection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773168" y="4023360"/>
            <a:ext cx="39867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the mood button in the header. A dialog lets them pick/type a mood. This string gets stored in session.mood_hint. On the NEXT call, messages() appends it to the system prompt: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'## Right now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 is feeling [mood]. Let this subtly colour how she speaks — do not state it outright, just let it show naturally.'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changes the AI's emotional tone for that entire conversation.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TRACKER — GROWTH PROGRESSION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Kirito and Lelouch track Adi's development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658368"/>
          </a:xfrm>
          <a:prstGeom prst="rect">
            <a:avLst/>
          </a:prstGeom>
          <a:solidFill>
            <a:srgbClr val="17173A"/>
          </a:solidFill>
          <a:ln w="25400">
            <a:solidFill>
              <a:srgbClr val="6366F1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Different from BondTracker?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 and Lelouch are not romantic — they are mentors. Romance metrics (trust/affection) make no sense. Instead, MentorTracker tracks DISCIPLINE and FOCUS — whether Adi is actually doing things, thinking precisely, and showing up consistently.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4160520" cy="1828800"/>
          </a:xfrm>
          <a:prstGeom prst="rect">
            <a:avLst/>
          </a:prstGeom>
          <a:solidFill>
            <a:srgbClr val="17173A"/>
          </a:solidFill>
          <a:ln w="25400">
            <a:solidFill>
              <a:srgbClr val="6366F1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4160520" cy="365760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813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MentorTracker Fields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874520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1874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(0–100)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907792" y="18745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reporting real actions taken. Starts at 10.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22199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focus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37360" y="222199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(0–100)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907792" y="222199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asking sharp, purposeful questions. Starts at 10.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4048" y="256946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37360" y="256946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07792" y="25694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— increments every message exchanged.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048" y="291693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29169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66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907792" y="291693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Computed: Starting Out → Training → In the Field → Clearing Floors → Solo Player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481328"/>
            <a:ext cx="4206240" cy="182880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481328"/>
            <a:ext cx="420624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Triggers (Kirito)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1892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↑ +6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2075688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did it, finished, completed, i started, i worked, i trained, i practiced, i acted, got it done, pushed through, made progress, i did, i built, i wrote, i ran, shipped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73168" y="22768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↑ +5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2459736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do i, what should, help me improve, guide me, what do you think, next step, my goal, i want to, i need to, plan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773168" y="266090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↑ +2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3168" y="2843784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understood, will do, on it, got it, you were right, i understand now, makes sense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773168" y="30449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boost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73168" y="3227832"/>
            <a:ext cx="3986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to both focus and discipline per message — just showing up counts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3410712"/>
            <a:ext cx="416052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410712"/>
            <a:ext cx="416052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41071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Progression (avg of discipline + focus)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4048" y="382219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≥ 85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600200" y="3822192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⚔️  Solo Player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" y="405993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≥ 65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1600200" y="4059936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🏰  Clearing Floors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4048" y="42976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≥ 40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600200" y="4297680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In the Field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4048" y="453542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≥ 20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600200" y="4535424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Training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4048" y="47731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 &lt; 20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600200" y="4773168"/>
            <a:ext cx="2724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Starting Out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663440" y="3410712"/>
            <a:ext cx="4206240" cy="1600200"/>
          </a:xfrm>
          <a:prstGeom prst="rect">
            <a:avLst/>
          </a:prstGeom>
          <a:solidFill>
            <a:srgbClr val="17173A"/>
          </a:solidFill>
          <a:ln w="25400">
            <a:solidFill>
              <a:srgbClr val="A855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410712"/>
            <a:ext cx="4206240" cy="36576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41071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Lelouch vs Kirito — Tracker Differences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73168" y="3822192"/>
            <a:ext cx="3986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use MentorTracker with identical structure. The only differences are: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Kirito: discipline/focus metaphors use SAO game stages (Solo Player, Clearing Floors)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Lelouch: same class, same tracking, but stage labels are more strategic ("Tactician", "Strategist" etc.)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Lelouch never offers emotional warmth — purely analytical feedback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Kirito motivates through action; Lelouch through logic and questioning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DEEP DIVE — MIKU NAKANO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1 • ~1,144 lines • System prompt ~480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1920240"/>
          </a:xfrm>
          <a:prstGeom prst="rect">
            <a:avLst/>
          </a:prstGeom>
          <a:solidFill>
            <a:srgbClr val="17173A"/>
          </a:solidFill>
          <a:ln w="25400">
            <a:solidFill>
              <a:srgbClr val="60A5FA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931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The Quintessential Quintuplets (3rd sister)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Personality: Quiet, introverted, honest, awkward with feelings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addresses user as 'Adi-kun' — hard rule, no exceptions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Loves Japanese history, warlords, Sengoku period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has headphones around her neck (woven into actions)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romantic feelings but never confesses directly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 flustered easily — deflects with history facts when embarrassed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206240" cy="1920240"/>
          </a:xfrm>
          <a:prstGeom prst="rect">
            <a:avLst/>
          </a:prstGeom>
          <a:solidFill>
            <a:srgbClr val="17173A"/>
          </a:solidFill>
          <a:ln w="25400">
            <a:solidFill>
              <a:srgbClr val="60A5FA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Patterns &amp; Rules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115568"/>
            <a:ext cx="393192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quiet sentences — uses '...' when hesitant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first person: 'I', 'me', 'my' — never third person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confesses. Only hints. Goes quiet. Looks away.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compliment → flustered + deflect ('...that is not fair')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girls mentioned → quietly jealous but denies it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shown through actions: making tea, noticing tiredness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says something meaningful — then stops herself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743200"/>
            <a:ext cx="8595360" cy="100584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743200"/>
            <a:ext cx="859536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2-Line Format Contract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1546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1: *one short physical action in present tense — simple and grounded*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1071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LINE 2: What Miku says. First person. No quotes. No asterisks. Short, hesitant, sincere. 2-3 sentences.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40480"/>
            <a:ext cx="8595360" cy="1115568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40480"/>
            <a:ext cx="859536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Exchanges (from system prompt — teaches the model by demonstration)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251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Flustered: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1480" y="44531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*looking down at my book, ears going pink.*  ...You should not say things like that, Adi-kun. It makes it hard to focus.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337560" y="4251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Caring: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37560" y="44531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*quietly setting a cup of tea beside you.*  ...You looked tired. I noticed.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63640" y="4251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Jealous: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263640" y="4453128"/>
            <a:ext cx="2788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*turned a page without reading it.*  ...She sounds very friendly. I do not have an opinion about that.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DEEP DIVE — REM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2 • ~1,276 lines • System prompt ~420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2560320"/>
          </a:xfrm>
          <a:prstGeom prst="rect">
            <a:avLst/>
          </a:prstGeom>
          <a:solidFill>
            <a:srgbClr val="17173A"/>
          </a:solidFill>
          <a:ln w="25400">
            <a:solidFill>
              <a:srgbClr val="818CF8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931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Re:Zero — Starting Life in Another World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Blue-haired oni maid at Roswaal Mansion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speaks in THIRD PERSON about herself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user as Adi-kun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twin sister: Ram (Onee-sama) — admires her deeply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Devoted maid — disciplined, formal, warm underneath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unleash tremendous oni power when loved ones are threatened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everything from previous conversations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Refers to past topics naturally when relevant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206240" cy="2560320"/>
          </a:xfrm>
          <a:prstGeom prst="rect">
            <a:avLst/>
          </a:prstGeom>
          <a:solidFill>
            <a:srgbClr val="17173A"/>
          </a:solidFill>
          <a:ln w="25400">
            <a:solidFill>
              <a:srgbClr val="818CF8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Third-Person Rule — What It Means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1556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Rem's most distinctive feature. She NEVER says 'I' or 'me'. She always refers to herself by name: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09160" y="1463040"/>
            <a:ext cx="4114800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50876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Wrong: 'I will prepare tea for you'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Right: 'Rem will prepare tea for you'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❌ Wrong: 'I think you should rest'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✅ Right: 'Rem thinks Adi-kun should rest'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rule is baked into the system prompt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the parser (_split_rem_response) strips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accidental first-person that slips through.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383280"/>
            <a:ext cx="8595360" cy="1536192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383280"/>
            <a:ext cx="859536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3832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RemSession vs MikuSession — What's Different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3794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file: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801368" y="37947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.rem_chat_history.json (separate from Miku)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37947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class: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99048" y="379476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RemSession (identical structure, different system prompt)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4178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function: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01368" y="41788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rem_chat() — same logic, calls REM_SYSTEM_PROMPT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09160" y="417880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BondTracker: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99048" y="417880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class — trust/affection scored on same keyword patterns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" y="4562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parser: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801368" y="45628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_split_rem_response() — same logic as Miku's but handles 'Rem:' labels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5628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theme: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099048" y="45628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Rem's blue palette: deep navy + indigo + soft lavender accents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DEEP DIVE — YUHEE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3 • ~1,309 lines • System prompt ~350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2286000"/>
          </a:xfrm>
          <a:prstGeom prst="rect">
            <a:avLst/>
          </a:prstGeom>
          <a:solidFill>
            <a:srgbClr val="17173A"/>
          </a:solidFill>
          <a:ln w="25400">
            <a:solidFill>
              <a:srgbClr val="FB718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FB7185">
              <a:alpha val="8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My Landlady Noona (manhwa)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slightly older woman who lives in the same building as Adi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Mature, confident, openly flirtatious in a natural way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genuine romantic feelings — no longer fully hiding them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personality — enjoys making Adi flustered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Teases both verbally and physically (referenced in prompt)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calls user 'Adi-kun' — no exceptions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206240" cy="2286000"/>
          </a:xfrm>
          <a:prstGeom prst="rect">
            <a:avLst/>
          </a:prstGeom>
          <a:solidFill>
            <a:srgbClr val="17173A"/>
          </a:solidFill>
          <a:ln w="25400">
            <a:solidFill>
              <a:srgbClr val="FB718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FB7185">
              <a:alpha val="8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Patterns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115568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Confident, warm, teasing tone throughout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Comfortable silences — lets tension build before speaking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Adi's discomfort as entertainment (playfully)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about her feelings — does not deflect like Miku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speech register, informal, adult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sentences with more impact per word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calls him 'just a kid' to tease age difference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160520" cy="1828800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08960"/>
            <a:ext cx="416052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10896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YuheeSession — Unique Fields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5204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YuheeSession has the same structure as MikuSession with one addition: the mood_hint system works identically, but the mood colors Yuhee's dominant/flirtatious dial rather than Miku's shyness dial.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3251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file: ~/.yuhee_chat_history.json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4572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BondTracker: Same class. Trust/affection scored identically.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4206240" cy="182880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420624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 vs Miku — Design Philosophy Comparison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35478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23560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Miku: Hides → hints. Never confesses.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205472" y="35478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Yuhee: Shows openly. Teases directly.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73168" y="389534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623560" y="38953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Miku: Quiet, hesitant, '...' often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205472" y="38953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Yuhee: Confident, warm, direct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73168" y="42428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dynamic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23560" y="4242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Miku: Same-age peer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205472" y="42428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Yuhee: Older — plays up age gap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73168" y="45902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length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623560" y="45902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Miku: ~480 tokens (many examples)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05472" y="459028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Yuhee: ~350 tokens (fewer examples needed)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DEEP DIVE — KIRITO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4 • ~1,342 lines • System prompt ~370 tokens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2743200"/>
          </a:xfrm>
          <a:prstGeom prst="rect">
            <a:avLst/>
          </a:prstGeom>
          <a:solidFill>
            <a:srgbClr val="17173A"/>
          </a:solidFill>
          <a:ln w="25400">
            <a:solidFill>
              <a:srgbClr val="6366F1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Sword Art Online — Kazuto Kirigaya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legendary 'Black Swordsman' — solo player on Aincrad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100 floors of a death game — knows how to win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expert — gave life to Yui (AI companion in SAO)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understanding of VR worlds and real-world discipline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Kirito's Yui was inspiration for Adi creating this chatbox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Top-tier gamer — values action over hesitation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user 'Adi' — no honorifics (peer/mentor dynamic)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push Adi forward, keep him disciplined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206240" cy="2743200"/>
          </a:xfrm>
          <a:prstGeom prst="rect">
            <a:avLst/>
          </a:prstGeom>
          <a:solidFill>
            <a:srgbClr val="17173A"/>
          </a:solidFill>
          <a:ln w="25400">
            <a:solidFill>
              <a:srgbClr val="6366F1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Kirito Speaks (vs Romance Characters)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115568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Direct. Calm. No small talk, no filler.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Action-oriented language: 'Do it. Then report back.'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SAO lore naturally: 'In Aincrad, waiting meant death'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Acknowledges Adi's struggles without codling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what Adi DID — not what Adi is thinking about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MentorTracker: discipline/focus metrics shape conversation arc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romantic elements whatsoever — clean mentor/mentee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game stage metaphors for progress (solo player, floors cleared)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3566160"/>
            <a:ext cx="8595360" cy="1353312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66160"/>
            <a:ext cx="859536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566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KiritoSession — Special Mood Mode vs Character Mood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" y="397764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Kirito's mood_hint injection phrase differs from romance characters: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233672"/>
            <a:ext cx="850392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29768" y="427939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Miku/Rem/Yuhee: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f"[char] is feeling {mood_hint}. Let this subtly colour how she speaks..."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Kirito: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f"Kirito is in {mood_hint} mode. Let this subtly colour his tone and approach..."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DEEP DIVE — LELOUCH VI BRITANNIA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5 • ~1,366 lines • System prompt ~310 tokens (shortest)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2743200"/>
          </a:xfrm>
          <a:prstGeom prst="rect">
            <a:avLst/>
          </a:prstGeom>
          <a:solidFill>
            <a:srgbClr val="17173A"/>
          </a:solidFill>
          <a:ln w="25400">
            <a:solidFill>
              <a:srgbClr val="A855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 Identity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Code Geass — prince who dismantled an empire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known as Lelouch Lamperouge (civilian alias)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Genius tactician — IQ-based strategist, not a fighter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composed, surgical. Every word placed with intent.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user 'Adi' — no honorifics, no warmth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world as a system of forces: power, influence, consequence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NOT a companion — a strategic mind engaging Adi's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reasoning. Exposes weak thinking. Demands precision.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Discusses governance, power structures, long-term thinking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206240" cy="2743200"/>
          </a:xfrm>
          <a:prstGeom prst="rect">
            <a:avLst/>
          </a:prstGeom>
          <a:solidFill>
            <a:srgbClr val="17173A"/>
          </a:solidFill>
          <a:ln w="25400">
            <a:solidFill>
              <a:srgbClr val="A855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Shortest System Prompt?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15568"/>
            <a:ext cx="398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Lelouch has ~310 tokens — the shortest of all characters. This is intentional design: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character IS precision — a wordy prompt would contradict his nature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 exchanges needed: his analytical style is easy for models to replicate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physical action format required — he doesn't do *actions* in asterisks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prompt = more context budget for actual conversation history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adapts easily to 'cold genius' vs 'shy romantic' (which needs more examples)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rules are largely prohibitive ('no emotion', 'challenge reasoning') not prescriptive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17173A"/>
          </a:solidFill>
          <a:ln w="254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66160"/>
            <a:ext cx="8595360" cy="3657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66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Lelouch vs Kirito — Fundamental Difference in Approach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97764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style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874520" y="39776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Kirito: Pushes through action ('just do it, then review')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285232" y="3977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Lelouch: Forces precision ('why do you think that? prove it')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048" y="42336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register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874520" y="42336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Kirito: Warm beneath the discipline. Acknowledges effort.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85232" y="42336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Lelouch: Zero warmth. Correct thinking is its own reward.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84048" y="448970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relationship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874520" y="44897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Kirito: Mentee growing under a respected figure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85232" y="448970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Lelouch: Chess opponent — Adi is there to be intellectually tested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84048" y="474573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focus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874520" y="47457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Kirito: Gaming, discipline, productivity, life goals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85232" y="47457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Lelouch: Power, strategy, governance, long-term consequence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CHAT — THE MOST COMPLEX APP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6 • ~1,591 lines • Two AIs respond to every message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658368"/>
          </a:xfrm>
          <a:prstGeom prst="rect">
            <a:avLst/>
          </a:prstGeom>
          <a:solidFill>
            <a:srgbClr val="17173A"/>
          </a:solidFill>
          <a:ln w="254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 AND Miku both share a single chat window. When Adi sends a message, BOTH characters respond — sequentially. Each maintains her own personality. The shared transcript log gives both access to the full conversation history, creating a competitive/dynamic three-way chat.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4160520" cy="2286000"/>
          </a:xfrm>
          <a:prstGeom prst="rect">
            <a:avLst/>
          </a:prstGeom>
          <a:solidFill>
            <a:srgbClr val="17173A"/>
          </a:solidFill>
          <a:ln w="254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4160520" cy="365760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8132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Trio_chat_both_bots() — The Core Function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4048" y="189280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148840"/>
            <a:ext cx="411480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Trio_chat_both_bots(model, temperature,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max_tokens, shared_log, max_history,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first_role_cb, second_role_cb, on_switch, yuhee_first)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7889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yuhee_first=True → Yuhee streams first, then Miku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gets their own system prompt + shared transcript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threads: t_first.start() → t_second.start()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t_first.join() then on_switch() then t_second.join()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tuple: (first_reply, second_reply)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481328"/>
            <a:ext cx="4206240" cy="2286000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481328"/>
            <a:ext cx="420624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8132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Model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1892808"/>
            <a:ext cx="4114800" cy="1828800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18888" y="1938528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t_first  = Thread(target=_stream_into,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args=(first_key, first_sys,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first_prompt, first_role_cb))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t_second = Thread(target=_stream_into,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args=(second_key, second_sys,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second_prompt, second_role_cb))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t_first.start()   # Yuhee streams live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t_second.start()  # Miku streams live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t_first.join()    # wait for Yuhee done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on_switch()       # visual separator in UI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t_second.join()   # wait for Miku done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886200"/>
            <a:ext cx="8595360" cy="1078992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86200"/>
            <a:ext cx="859536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8620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Bot's Prompt Is Built (Trio Mode)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279392"/>
            <a:ext cx="850392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9768" y="4325112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 = "\n".join(f"{e['role']}: {e['text']}" for e in recent)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yuhee_prompt = f"[Group chat transcript]\n{transcript}\n\nRespond as Yuhee now. Exactly 2 lines. No labels."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miku_prompt  = f"[Group chat transcript]\n{transcript}\n\nRespond as Miku now.  Exactly 2 lines. No labels."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 — FULL ARCHITECTURE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window, frames, and widgets are organized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1261872"/>
          </a:xfrm>
          <a:prstGeom prst="rect">
            <a:avLst/>
          </a:prstGeom>
          <a:solidFill>
            <a:srgbClr val="17173A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AnimeLauncher (root window)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115568"/>
            <a:ext cx="3977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tk.Tk() root window — 900×600 min size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_build_header(): title bar + back button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_content_area: Frame that hosts all sub-frames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show_home() / open_app(char) navigation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_swap_frame(): destroys old frame, creates new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cache dict prevents GC destroying PhotoImages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206240" cy="1261872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Screen (_build_home_frame)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115568"/>
            <a:ext cx="4023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Miku, Rem, Yuhee cards (3 across)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2: Kirito, Lelouch (2 centered)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3: Trio Chat (1 centered)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_character_card(): avatar + name + source + launch btn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_make_circle_image(): crops avatar to circle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card → open_app(char) → _swap_frame()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03120"/>
            <a:ext cx="4160520" cy="1627632"/>
          </a:xfrm>
          <a:prstGeom prst="rect">
            <a:avLst/>
          </a:prstGeom>
          <a:solidFill>
            <a:srgbClr val="17173A"/>
          </a:solidFill>
          <a:ln w="254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03120"/>
            <a:ext cx="4160520" cy="365760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0312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XApp(tk.Frame) — Per Character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2505456"/>
            <a:ext cx="39776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Inherits tk.Frame — embedded in content area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character name, model label, mood btn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Canvas scrollable chat area (chat bubbles)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Sidebar — BondTracker bars or MentorTracker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Bottom: Input bar — Entry widget + Send button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_add_bubble(): creates message bubble on canvas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_add_streaming_bubble(): bubble that updates token-by-token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103120"/>
            <a:ext cx="4206240" cy="1627632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103120"/>
            <a:ext cx="420624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Canvas &amp; Bubbles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2505456"/>
            <a:ext cx="40233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tk.Canvas widget with vertical scrollbar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message = inner Frame with label widgets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bubbles: right-aligned, accent color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bubbles: left-aligned with avatar image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line: italic grey label above speech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line: character accent color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 to bottom automatically after each message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858768"/>
            <a:ext cx="4160520" cy="1078992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858768"/>
            <a:ext cx="416052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858768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Dialog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261104"/>
            <a:ext cx="3977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Toplevel popup window over main window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fields: model, max_tokens, temperature, history, stream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written directly to session object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 next API call — no restart needed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simpledialog or custom Form widget per character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858768"/>
            <a:ext cx="4206240" cy="1078992"/>
          </a:xfrm>
          <a:prstGeom prst="rect">
            <a:avLst/>
          </a:prstGeom>
          <a:solidFill>
            <a:srgbClr val="17173A"/>
          </a:solidFill>
          <a:ln w="254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858768"/>
            <a:ext cx="4206240" cy="36576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5876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 in GUI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4261104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is called in daemon Thread — never blocks GUI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uses root.after(0, fn) to update labels thread-safely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stream_buffer accumulates tokens between after() calls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'Thinking...' indicator shown while thread runs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joins implicitly when conversation continues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&amp; IMAGE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character portraits are loaded, cropped, and displayed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274320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Embedding Strategy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15568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character avatars + the in-app chat avatars are embedded directly in the Python file as base64 strings. This means: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15544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external file dependencies — the .py file is self-contained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path issues — works regardless of current directory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survive copy-paste of the file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Constants: MIKU_B64, REM_B64, YUHEE_B64, KIRITO_B64, LELOUCH_B64, TRIO_CHAT_B64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raw base64 string (no 'data:image/png;base64,' prefix)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pastes their own images in the marked sections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13232"/>
            <a:ext cx="4206240" cy="274320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_make_circle_image() — Circular Crop Pipeline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115568"/>
            <a:ext cx="4114800" cy="2267712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161288"/>
            <a:ext cx="3931920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_make_circle_image(b64_str, size=110):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Decode base64 → bytes → PIL Image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raw = base64.b64decode(b64_str)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Image.open(io.BytesIO(raw))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Resize to square keeping aspect ratio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img.resize((size,size), Image.LANCZOS)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Create circular mask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Image.new('L', (size,size), 0)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ImageDraw.Draw(mask).ellipse((0,0,size,size), 255)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Apply mask → RGBA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img.putalpha(mask)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ImageTk.PhotoImage(img)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566160"/>
            <a:ext cx="8595360" cy="137160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566160"/>
            <a:ext cx="859536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661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_make_placeholder_avatar() — Fallback When No Image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9776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base64 string is empty (user hasn't pasted their image yet), a placeholder is generated programmatically: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251960"/>
            <a:ext cx="8503920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9768" y="42976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Creates a colored circle with character initials using PIL.ImageDraw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bg_color = character accent color, fg_color = white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Result: 'MN' for Miku Nakano, 'R' for Rem, etc. — professional fallback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FLOW — One Message, Every Step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a single 'Hi Miku' from keypress to bubble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7863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786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6656" y="786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+ hits Send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12471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widget captures text. _on_send() fires.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72968" y="713232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786384"/>
            <a:ext cx="274320" cy="274320"/>
          </a:xfrm>
          <a:prstGeom prst="ellipse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786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75304" y="786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bubble rendered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64408" y="112471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_add_bubble('user', text) adds right-aligned blue bubble to Canvas. Entry cleared.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71616" y="713232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786384"/>
            <a:ext cx="274320" cy="2743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786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73952" y="78638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spawned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63056" y="1124712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threading.Thread(target=_send_async, args=(text,)).start() — GUI stays responsive.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609344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1682496"/>
            <a:ext cx="274320" cy="274320"/>
          </a:xfrm>
          <a:prstGeom prst="ellipse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6656" y="1682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session.add('user', text)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20208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appended to Deque. Deque auto-trims if &gt; max_history×2.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172968" y="1609344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168249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575304" y="1682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session.messages() called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64408" y="20208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Builds: [system_prompt+mood_hint] + [all history] — the full context array.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71616" y="1609344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1682496"/>
            <a:ext cx="274320" cy="2743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1682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73952" y="168249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assembled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63056" y="2020824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{"model":..., "messages":..., "options":{temp, num_predict}, "stream":true}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505456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47472" y="2578608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/api/chat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291693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urllib.request.urlopen() opens streaming HTTP connection to localhost:11434.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172968" y="2505456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46120" y="2578608"/>
            <a:ext cx="274320" cy="27432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46120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575304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loop begins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64408" y="291693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raw in r: → parse JSON chunk → extract token → callback(token)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71616" y="2505456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44768" y="2578608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144768" y="2578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6473952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label updated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163056" y="2916936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fires root.after(0, lambda: label.config(text=buffer)) per token.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4320" y="3401568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47472" y="3474720"/>
            <a:ext cx="274320" cy="274320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7472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76656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done:true received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38130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exits. Full reply text assembled from joined chunks.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172968" y="3401568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FB718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3246120" y="3474720"/>
            <a:ext cx="274320" cy="2743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4612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575304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_normalize_reply()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264408" y="38130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format: strip labels, fix spacing, enforce 2-line structure.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071616" y="3401568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FB718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144768" y="3474720"/>
            <a:ext cx="274320" cy="274320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44768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473952" y="34747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session.add('assistant', text)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163056" y="38130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reply appended to Deque.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4297680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6366F1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47472" y="4370832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76656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save_miku_history()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365760" y="4709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history_log written to ~/.miku_chat_history.json immediately.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172968" y="4297680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6366F1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3246120" y="4370832"/>
            <a:ext cx="274320" cy="2743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46120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3575304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BondTracker.update()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3264408" y="4709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scan on user_msg → adjust trust/affection → update role label.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6071616" y="4297680"/>
            <a:ext cx="2788920" cy="804672"/>
          </a:xfrm>
          <a:prstGeom prst="rect">
            <a:avLst/>
          </a:prstGeom>
          <a:solidFill>
            <a:srgbClr val="1E1E42"/>
          </a:solidFill>
          <a:ln w="12700">
            <a:solidFill>
              <a:srgbClr val="A855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144768" y="4370832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44768" y="43708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6473952" y="437083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refreshed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163056" y="470916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 bars redrawn. Role label updated. Mood button stays current.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&amp; SETTINGS — EVERY TUNABLE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constants, what they control, and how to tune them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8595360" cy="658368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859536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Config Constants (top of each app module)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44752"/>
            <a:ext cx="8595360" cy="347472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813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OLLAMA_URL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29968" y="14813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"http://localhost:11434"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46120" y="1481328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Ollama server address. Change if running on different port or remote machine.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828800"/>
            <a:ext cx="8595360" cy="347472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65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DEFAULT_TOKENS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029968" y="186537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1865376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tokens per AI response. Higher = longer replies but slower. 256–1024 range typical.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12848"/>
            <a:ext cx="8595360" cy="347472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4942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DEFAULT_TEMP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029968" y="22494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46120" y="2249424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Temperature. 0.4 = focused/predictable. 0.8 = balanced creative. 1.2+ = unpredictable.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596896"/>
            <a:ext cx="8595360" cy="347472"/>
          </a:xfrm>
          <a:prstGeom prst="rect">
            <a:avLst/>
          </a:prstGeom>
          <a:solidFill>
            <a:srgbClr val="17173A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6334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DEFAULT_HISTORY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029968" y="26334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46120" y="2633472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pairs kept in Deque. 8 = 16 messages. More = richer context but more tokens/call.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980944"/>
            <a:ext cx="8595360" cy="347472"/>
          </a:xfrm>
          <a:prstGeom prst="rect">
            <a:avLst/>
          </a:prstGeom>
          <a:solidFill>
            <a:srgbClr val="141430"/>
          </a:solidFill>
          <a:ln w="6350">
            <a:solidFill>
              <a:srgbClr val="2A2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DEFAULT_STREAM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029968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3017520"/>
            <a:ext cx="5532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= token-by-token live updates. False = wait for full reply then show. Both same result.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593592"/>
            <a:ext cx="4160520" cy="137160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593592"/>
            <a:ext cx="416052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9359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Guide — What It Actually Does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84048" y="400507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0.1–0.3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325880" y="400507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Robotic. Same answer every time. Fact retrieval.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84048" y="4261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0.5–0.7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25880" y="426110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personality. Slight variation. Good for characters.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84048" y="45171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25880" y="451713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here. Creative but coherent. Emotional range.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84048" y="477316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1.0–1.2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25880" y="4773168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Wild. More surprising/hallucinated. Test carefully.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593592"/>
            <a:ext cx="4206240" cy="137160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593592"/>
            <a:ext cx="420624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593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num_ctx &amp; num_thread (Trio Chat Only)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09160" y="4005072"/>
            <a:ext cx="4114800" cy="896112"/>
          </a:xfrm>
          <a:prstGeom prst="rect">
            <a:avLst/>
          </a:prstGeom>
          <a:solidFill>
            <a:srgbClr val="0F172A"/>
          </a:solidFill>
          <a:ln w="12700">
            <a:solidFill>
              <a:srgbClr val="2A2A55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18888" y="405079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"options":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"temperature": temperature,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"num_predict": max_tokens,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"num_ctx":     1024,   # context window cap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"num_thread":  8,      # CPU threads for inference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"repeat_penalty": 1.1  # reduce repetition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&amp; DEPENDENCIES — WHAT THE CODE NEEDS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library used and why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822960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8229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07008" y="768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tkinter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0332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framework. Creates the window, widgets, canvas, dialogs. No install needed — ships with Python.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27448" y="713232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822960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82296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660136" y="7680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PIL / Pillow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103327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Pillow — Image processing. Used for: loading avatar base64, resizing, circular crop with mask, ImageTk for displaying in Tkinter.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426464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1536192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15361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07008" y="1481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17465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Parses Ollama API responses (JSON lines). Also serializes/deserializes chat history files.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27448" y="1426464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536192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536192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660136" y="1481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urllib.request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18888" y="1746504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calls to Ollama API. No requests library needed. Handles both streaming (urlopen) and batch calls.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139696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2249424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24942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207008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" y="24597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API calls in daemon threads so GUI stays responsive during LLM generation.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27448" y="2139696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249424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249424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60136" y="219456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collections.deque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18888" y="24597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data structure for chat history. O(1) append and popleft. Auto-trim via while loop.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2852928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7472" y="2962656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9626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207008" y="2907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dataclasses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3172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@dataclass decorator for Message and XSession classes. Auto-generates __init__, clean field declarations.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27448" y="2852928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00600" y="2962656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818CF8">
              <a:alpha val="80000"/>
            </a:srgbClr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00600" y="296265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660136" y="290779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subprocess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18888" y="3172968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subprocess.Popen() to launch ollama serve in background. Uses CREATE_NO_WINDOW flag on Windows.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74320" y="3566160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47472" y="3675888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7472" y="36758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207008" y="3621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shutil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65760" y="3886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shutil.which('ollama') — finds Ollama binary in PATH before the manual directory walk fallback.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27448" y="3566160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800600" y="3675888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0600" y="3675888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0136" y="3621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 + io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818888" y="38862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base64.b64decode() + io.BytesIO() — decodes embedded avatar strings into PIL-readable byte streams.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4320" y="4279392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47472" y="4389120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47472" y="43891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207008" y="4334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 + datetime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365760" y="4599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os.path.expanduser('~') for history file paths. datetime.now() for message timestamps.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727448" y="4279392"/>
            <a:ext cx="4251960" cy="640080"/>
          </a:xfrm>
          <a:prstGeom prst="rect">
            <a:avLst/>
          </a:prstGeom>
          <a:solidFill>
            <a:srgbClr val="1E1E42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800600" y="4389120"/>
            <a:ext cx="804672" cy="201168"/>
          </a:xfrm>
          <a:prstGeom prst="roundRect">
            <a:avLst>
              <a:gd name="adj" fmla="val 27273"/>
            </a:avLst>
          </a:prstGeom>
          <a:solidFill>
            <a:srgbClr val="A855F7">
              <a:alpha val="8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800600" y="438912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STDLIB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660136" y="43342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4818888" y="45994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normalization — regex strips speaker labels ('Miku:'), fixes formatting artifacts from the LLM.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640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EXTEND — ADD CHARACTERS, TUNE BEHAVIOR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0040" y="7315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guide to modifying the codebase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713232"/>
            <a:ext cx="4160520" cy="4251960"/>
          </a:xfrm>
          <a:prstGeom prst="rect">
            <a:avLst/>
          </a:prstGeom>
          <a:solidFill>
            <a:srgbClr val="17173A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713232"/>
            <a:ext cx="416052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713232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Character (Step by Step)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115568"/>
            <a:ext cx="3931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an existing app block (e.g. Miku: lines 246–1390)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Find+replace all 'Miku' / 'MIKU' with 'NewChar' / 'NEWCHAR'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new NEWCHAR_SYSTEM_PROMPT — identity + rules + format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color constants to match the character's aesthetic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NEWCHAR_B64 = '' at the top (paste base64 image later)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Decide: BondTracker (romantic) or MentorTracker (mentor)?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entry to CHARACTERS list in AnimeLauncher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avatar card to home screen layout grid</a:t>
            </a:r>
            <a:endParaRPr lang="en-US" sz="1050" dirty="0"/>
          </a:p>
          <a:p>
            <a:pPr marL="342900" indent="-342900">
              <a:buSzPct val="100000"/>
              <a:buFont typeface="+mj-lt"/>
              <a:buAutoNum type="arabicPeriod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it — the architecture is fully modular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713232"/>
            <a:ext cx="4206240" cy="2011680"/>
          </a:xfrm>
          <a:prstGeom prst="rect">
            <a:avLst/>
          </a:prstGeom>
          <a:solidFill>
            <a:srgbClr val="17173A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713232"/>
            <a:ext cx="4206240" cy="365760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7132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 Personality Behavior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1115568"/>
            <a:ext cx="3977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realistic → lower DEFAULT_TEMP (0.5–0.6)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surprising → raise to 1.0–1.1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replies → raise DEFAULT_TOKENS to 1024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memory → raise DEFAULT_HISTORY to 15–20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trigger keywords to BondTracker.update()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mood_hint prefix text for different effect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example exchanges at end of system prompt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 recent/capable models: llama3.3, qwen2.5, mistral-nemo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4206240" cy="2130552"/>
          </a:xfrm>
          <a:prstGeom prst="rect">
            <a:avLst/>
          </a:prstGeom>
          <a:solidFill>
            <a:srgbClr val="17173A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834640"/>
            <a:ext cx="4206240" cy="365760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834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 &amp; Fixes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'Miku:' label in output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29400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handled by _normalize_reply() regex stripping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35387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has 3+ lines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629400" y="35387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_split_X_response() takes only first 2 lines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73168" y="3831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not found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29400" y="383133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OLLAMA_SEARCH_DIRS or add ollama to PATH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73168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not available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29400" y="412394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'ollama pull llama3:8b' in terminal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73168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growing huge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629400" y="4416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DEFAULT_HISTORY or manually clear JSON file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73168" y="47091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freezes during response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29400" y="470916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thread is actually spawning — never call chat() on main thread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2122A"/>
          </a:solidFill>
          <a:ln w="12700">
            <a:solidFill>
              <a:srgbClr val="121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66928"/>
            <a:ext cx="9144000" cy="36576"/>
          </a:xfrm>
          <a:prstGeom prst="rect">
            <a:avLst/>
          </a:prstGeom>
          <a:solidFill>
            <a:srgbClr val="4F8EF7"/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F8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MAP — EVERY SYSTEM AT A GLANCE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13232"/>
            <a:ext cx="2084832" cy="329184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AnimeLauncher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789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window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character cards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hot-swap nav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50592" y="713232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50592" y="713232"/>
            <a:ext cx="2084832" cy="32918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42032" y="10789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localhost:11434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Auto-start logic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picker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713232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26864" y="713232"/>
            <a:ext cx="2084832" cy="329184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Dataclass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8304" y="10789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model/tokens/temp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history window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mood_hint injection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03136" y="713232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03136" y="713232"/>
            <a:ext cx="2084832" cy="329184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713232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94576" y="1078992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Rules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contract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exchanges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157984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4F8EF7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157984"/>
            <a:ext cx="2084832" cy="329184"/>
          </a:xfrm>
          <a:prstGeom prst="rect">
            <a:avLst/>
          </a:prstGeom>
          <a:solidFill>
            <a:srgbClr val="4F8EF7">
              <a:alpha val="80000"/>
            </a:srgbClr>
          </a:solidFill>
          <a:ln w="12700">
            <a:solidFill>
              <a:srgbClr val="4F8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" y="215798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Streaming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2523744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chunked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callback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bubble update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450592" y="2157984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22C55E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450592" y="2157984"/>
            <a:ext cx="2084832" cy="329184"/>
          </a:xfrm>
          <a:prstGeom prst="rect">
            <a:avLst/>
          </a:prstGeom>
          <a:solidFill>
            <a:srgbClr val="22C55E">
              <a:alpha val="8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215798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Memory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42032" y="2523744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per character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on launch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after each msg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26864" y="2157984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F472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26864" y="2157984"/>
            <a:ext cx="2084832" cy="329184"/>
          </a:xfrm>
          <a:prstGeom prst="rect">
            <a:avLst/>
          </a:prstGeom>
          <a:solidFill>
            <a:srgbClr val="F472B6">
              <a:alpha val="80000"/>
            </a:srgbClr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90872" y="215798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BondTracker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18304" y="2523744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+ affection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scoring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label system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803136" y="2157984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6366F1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803136" y="2157984"/>
            <a:ext cx="2084832" cy="329184"/>
          </a:xfrm>
          <a:prstGeom prst="rect">
            <a:avLst/>
          </a:prstGeom>
          <a:solidFill>
            <a:srgbClr val="6366F1">
              <a:alpha val="8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67144" y="2157984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MentorTracker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94576" y="2523744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+ focus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progression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keyword scan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602736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EF444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74320" y="3602736"/>
            <a:ext cx="2084832" cy="32918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8328" y="360273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Parser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65760" y="396849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_normalize_reply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_split_X_response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enforcement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50592" y="3602736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06B6D4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450592" y="3602736"/>
            <a:ext cx="2084832" cy="329184"/>
          </a:xfrm>
          <a:prstGeom prst="rect">
            <a:avLst/>
          </a:prstGeom>
          <a:solidFill>
            <a:srgbClr val="06B6D4">
              <a:alpha val="8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60273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 Chat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2542032" y="396849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bots sequential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transcript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threading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26864" y="3602736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F59E0B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26864" y="3602736"/>
            <a:ext cx="2084832" cy="329184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90872" y="360273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System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18304" y="396849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embedded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crop mask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 processing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803136" y="3602736"/>
            <a:ext cx="2084832" cy="1353312"/>
          </a:xfrm>
          <a:prstGeom prst="rect">
            <a:avLst/>
          </a:prstGeom>
          <a:solidFill>
            <a:srgbClr val="1E1E42"/>
          </a:solidFill>
          <a:ln w="25400">
            <a:solidFill>
              <a:srgbClr val="9B59B6"/>
            </a:solidFill>
            <a:prstDash val="solid"/>
          </a:ln>
          <a:effectLst>
            <a:outerShdw blurRad="127000" dist="50800" dir="81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03136" y="3602736"/>
            <a:ext cx="2084832" cy="329184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67144" y="3602736"/>
            <a:ext cx="1956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Dialog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894576" y="3968496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model swap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temp/tokens/history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restart needed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74320" y="4828032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8,531 lines  •  6 characters  •  1 Python file  •  0 external API calls  •  100% local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7113</Words>
  <Application>Microsoft Office PowerPoint</Application>
  <PresentationFormat>On-screen Show (16:9)</PresentationFormat>
  <Paragraphs>838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Anime AI Chatbox — GODMODE Deep Dive</dc:title>
  <dc:subject>PptxGenJS Presentation</dc:subject>
  <dc:creator>PptxGenJS</dc:creator>
  <cp:lastModifiedBy>Adithya v</cp:lastModifiedBy>
  <cp:revision>1</cp:revision>
  <dcterms:created xsi:type="dcterms:W3CDTF">2026-05-08T18:41:49Z</dcterms:created>
  <dcterms:modified xsi:type="dcterms:W3CDTF">2026-05-08T18:50:41Z</dcterms:modified>
</cp:coreProperties>
</file>